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 userDrawn="1">
  <p:cSld name="cover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ar_l"/>
          <p:cNvSpPr/>
          <p:nvPr/>
        </p:nvSpPr>
        <p:spPr>
          <a:xfrm>
            <a:off x="0" y="0"/>
            <a:ext cx="100000" cy="6858000"/>
          </a:xfrm>
          <a:prstGeom prst="rect">
            <a:avLst/>
          </a:prstGeom>
          <a:solidFill>
            <a:srgbClr val="4DB6AC"/>
          </a:solidFill>
          <a:ln>
            <a:noFill/>
          </a:ln>
        </p:spPr>
      </p:sp>
      <p:sp>
        <p:nvSpPr>
          <p:cNvPr id="102" name="bar_b"/>
          <p:cNvSpPr/>
          <p:nvPr/>
        </p:nvSpPr>
        <p:spPr>
          <a:xfrm>
            <a:off x="0" y="6788000"/>
            <a:ext cx="12192000" cy="70000"/>
          </a:xfrm>
          <a:prstGeom prst="rect">
            <a:avLst/>
          </a:prstGeom>
          <a:solidFill>
            <a:srgbClr val="4DB6AC"/>
          </a:solidFill>
          <a:ln>
            <a:noFill/>
          </a:ln>
        </p:spPr>
      </p:sp>
      <p:sp>
        <p:nvSpPr>
          <p:cNvPr id="103" name="deco_tr"/>
          <p:cNvSpPr/>
          <p:nvPr/>
        </p:nvSpPr>
        <p:spPr>
          <a:xfrm>
            <a:off x="11292000" y="-500000"/>
            <a:ext cx="1400000" cy="1400000"/>
          </a:xfrm>
          <a:prstGeom prst="ellipse">
            <a:avLst/>
          </a:prstGeom>
          <a:solidFill>
            <a:srgbClr val="4DB6AC">
              <a:alpha val="12000"/>
            </a:srgbClr>
          </a:solidFill>
          <a:ln>
            <a:noFill/>
          </a:ln>
        </p:spPr>
      </p:sp>
      <p:sp>
        <p:nvSpPr>
          <p:cNvPr id="104" name="deco_bl"/>
          <p:cNvSpPr/>
          <p:nvPr/>
        </p:nvSpPr>
        <p:spPr>
          <a:xfrm>
            <a:off x="-300000" y="6258000"/>
            <a:ext cx="800000" cy="800000"/>
          </a:xfrm>
          <a:prstGeom prst="ellipse">
            <a:avLst/>
          </a:prstGeom>
          <a:solidFill>
            <a:srgbClr val="4DB6AC">
              <a:alpha val="12000"/>
            </a:srgbClr>
          </a:solidFill>
          <a:ln>
            <a:noFill/>
          </a:ln>
        </p:spPr>
      </p:sp>
      <p:sp>
        <p:nvSpPr>
          <p:cNvPr id="105" name="Title"/>
          <p:cNvSpPr>
            <a:spLocks noGrp="1"/>
          </p:cNvSpPr>
          <p:nvPr>
            <p:ph type="ctrTitle" idx="0"/>
          </p:nvPr>
        </p:nvSpPr>
        <p:spPr>
          <a:xfrm>
            <a:off x="750000" y="2000000"/>
            <a:ext cx="10692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endParaRPr lang="zh-CN" altLang="en-US" dirty="0" sz="4400" b="1">
              <a:solidFill>
                <a:srgbClr val="FFFFFF"/>
              </a:solidFill>
            </a:endParaRPr>
          </a:p>
        </p:txBody>
      </p:sp>
      <p:sp>
        <p:nvSpPr>
          <p:cNvPr id="106" name="Subtitle"/>
          <p:cNvSpPr>
            <a:spLocks noGrp="1"/>
          </p:cNvSpPr>
          <p:nvPr>
            <p:ph type="subTitle" idx="1"/>
          </p:nvPr>
        </p:nvSpPr>
        <p:spPr>
          <a:xfrm>
            <a:off x="750000" y="3400000"/>
            <a:ext cx="10692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endParaRPr lang="zh-CN" altLang="en-US" dirty="0" sz="2000">
              <a:solidFill>
                <a:srgbClr val="B0BEC5"/>
              </a:solidFill>
            </a:endParaRPr>
          </a:p>
        </p:txBody>
      </p:sp>
      <p:sp>
        <p:nvSpPr>
          <p:cNvPr id="107" name="Date"/>
          <p:cNvSpPr>
            <a:spLocks noGrp="1"/>
          </p:cNvSpPr>
          <p:nvPr>
            <p:ph type="body" idx="10"/>
          </p:nvPr>
        </p:nvSpPr>
        <p:spPr>
          <a:xfrm>
            <a:off x="750000" y="4200000"/>
            <a:ext cx="10692000" cy="4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endParaRPr lang="zh-CN" altLang="en-US" dirty="0" sz="1400">
              <a:solidFill>
                <a:srgbClr val="B0BEC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 showMasterSp="0" userDrawn="1">
  <p:cSld name="section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bar_r"/>
          <p:cNvSpPr/>
          <p:nvPr/>
        </p:nvSpPr>
        <p:spPr>
          <a:xfrm>
            <a:off x="12092000" y="0"/>
            <a:ext cx="100000" cy="6858000"/>
          </a:xfrm>
          <a:prstGeom prst="rect">
            <a:avLst/>
          </a:prstGeom>
          <a:solidFill>
            <a:srgbClr val="4DB6AC"/>
          </a:solidFill>
          <a:ln>
            <a:noFill/>
          </a:ln>
        </p:spPr>
      </p:sp>
      <p:sp>
        <p:nvSpPr>
          <p:cNvPr id="109" name="line"/>
          <p:cNvSpPr/>
          <p:nvPr/>
        </p:nvSpPr>
        <p:spPr>
          <a:xfrm>
            <a:off x="450000" y="3100000"/>
            <a:ext cx="2500000" cy="50000"/>
          </a:xfrm>
          <a:prstGeom prst="rect">
            <a:avLst/>
          </a:prstGeom>
          <a:solidFill>
            <a:srgbClr val="4DB6AC"/>
          </a:solidFill>
          <a:ln>
            <a:noFill/>
          </a:ln>
        </p:spPr>
      </p:sp>
      <p:sp>
        <p:nvSpPr>
          <p:cNvPr id="110" name="deco_tr"/>
          <p:cNvSpPr/>
          <p:nvPr/>
        </p:nvSpPr>
        <p:spPr>
          <a:xfrm>
            <a:off x="11492000" y="-400000"/>
            <a:ext cx="1200000" cy="1200000"/>
          </a:xfrm>
          <a:prstGeom prst="ellipse">
            <a:avLst/>
          </a:prstGeom>
          <a:solidFill>
            <a:srgbClr val="4DB6AC">
              <a:alpha val="12000"/>
            </a:srgbClr>
          </a:solidFill>
          <a:ln>
            <a:noFill/>
          </a:ln>
        </p:spPr>
      </p:sp>
      <p:sp>
        <p:nvSpPr>
          <p:cNvPr id="111" name="deco_bl"/>
          <p:cNvSpPr/>
          <p:nvPr/>
        </p:nvSpPr>
        <p:spPr>
          <a:xfrm>
            <a:off x="-300000" y="6358000"/>
            <a:ext cx="700000" cy="700000"/>
          </a:xfrm>
          <a:prstGeom prst="ellipse">
            <a:avLst/>
          </a:prstGeom>
          <a:solidFill>
            <a:srgbClr val="4DB6AC">
              <a:alpha val="12000"/>
            </a:srgbClr>
          </a:solidFill>
          <a:ln>
            <a:noFill/>
          </a:ln>
        </p:spPr>
      </p:sp>
      <p:sp>
        <p:nvSpPr>
          <p:cNvPr id="112" name="Number"/>
          <p:cNvSpPr>
            <a:spLocks noGrp="1"/>
          </p:cNvSpPr>
          <p:nvPr>
            <p:ph type="body" idx="10"/>
          </p:nvPr>
        </p:nvSpPr>
        <p:spPr>
          <a:xfrm>
            <a:off x="450000" y="1500000"/>
            <a:ext cx="3000000" cy="14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8000" b="1">
              <a:solidFill>
                <a:srgbClr val="4DB6AC"/>
              </a:solidFill>
            </a:endParaRPr>
          </a:p>
        </p:txBody>
      </p:sp>
      <p:sp>
        <p:nvSpPr>
          <p:cNvPr id="113" name="Title"/>
          <p:cNvSpPr>
            <a:spLocks noGrp="1"/>
          </p:cNvSpPr>
          <p:nvPr>
            <p:ph type="title" idx="0"/>
          </p:nvPr>
        </p:nvSpPr>
        <p:spPr>
          <a:xfrm>
            <a:off x="450000" y="3300000"/>
            <a:ext cx="11092000" cy="8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3600" b="1">
              <a:solidFill>
                <a:srgbClr val="FFFFFF"/>
              </a:solidFill>
            </a:endParaRPr>
          </a:p>
        </p:txBody>
      </p:sp>
      <p:sp>
        <p:nvSpPr>
          <p:cNvPr id="114" name="Subtitle"/>
          <p:cNvSpPr>
            <a:spLocks noGrp="1"/>
          </p:cNvSpPr>
          <p:nvPr>
            <p:ph type="subTitle" idx="1"/>
          </p:nvPr>
        </p:nvSpPr>
        <p:spPr>
          <a:xfrm>
            <a:off x="450000" y="4200000"/>
            <a:ext cx="11092000" cy="5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1800">
              <a:solidFill>
                <a:srgbClr val="B0BEC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 userDrawn="1">
  <p:cSld name="content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deco_br"/>
          <p:cNvSpPr/>
          <p:nvPr/>
        </p:nvSpPr>
        <p:spPr>
          <a:xfrm>
            <a:off x="11792000" y="6458000"/>
            <a:ext cx="600000" cy="600000"/>
          </a:xfrm>
          <a:prstGeom prst="ellipse">
            <a:avLst/>
          </a:prstGeom>
          <a:solidFill>
            <a:srgbClr val="4DB6AC">
              <a:alpha val="12000"/>
            </a:srgbClr>
          </a:solidFill>
          <a:ln>
            <a:noFill/>
          </a:ln>
        </p:spPr>
      </p:sp>
      <p:sp>
        <p:nvSpPr>
          <p:cNvPr id="116" name="card"/>
          <p:cNvSpPr/>
          <p:nvPr/>
        </p:nvSpPr>
        <p:spPr>
          <a:xfrm>
            <a:off x="450000" y="1400000"/>
            <a:ext cx="11292000" cy="5078000"/>
          </a:xfrm>
          <a:prstGeom prst="roundRect">
            <a:avLst>
              <a:gd name="adj" fmla="val 3500"/>
            </a:avLst>
          </a:prstGeom>
          <a:solidFill>
            <a:srgbClr val="2A3A3A"/>
          </a:solidFill>
          <a:ln w="19050">
            <a:solidFill>
              <a:srgbClr val="4DB6AC"/>
            </a:solidFill>
          </a:ln>
        </p:spPr>
      </p:sp>
      <p:sp>
        <p:nvSpPr>
          <p:cNvPr id="117" name="bar_l"/>
          <p:cNvSpPr/>
          <p:nvPr/>
        </p:nvSpPr>
        <p:spPr>
          <a:xfrm>
            <a:off x="450000" y="1400000"/>
            <a:ext cx="55000" cy="5078000"/>
          </a:xfrm>
          <a:prstGeom prst="rect">
            <a:avLst/>
          </a:prstGeom>
          <a:solidFill>
            <a:srgbClr val="4DB6AC"/>
          </a:solidFill>
          <a:ln>
            <a:noFill/>
          </a:ln>
        </p:spPr>
      </p:sp>
      <p:sp>
        <p:nvSpPr>
          <p:cNvPr id="118" name="Tag"/>
          <p:cNvSpPr>
            <a:spLocks noGrp="1"/>
          </p:cNvSpPr>
          <p:nvPr>
            <p:ph type="body" idx="10"/>
          </p:nvPr>
        </p:nvSpPr>
        <p:spPr>
          <a:xfrm>
            <a:off x="450000" y="450000"/>
            <a:ext cx="3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1200" b="1">
              <a:solidFill>
                <a:srgbClr val="4DB6AC"/>
              </a:solidFill>
            </a:endParaRPr>
          </a:p>
        </p:txBody>
      </p:sp>
      <p:sp>
        <p:nvSpPr>
          <p:cNvPr id="119" name="Title"/>
          <p:cNvSpPr>
            <a:spLocks noGrp="1"/>
          </p:cNvSpPr>
          <p:nvPr>
            <p:ph type="title" idx="0"/>
          </p:nvPr>
        </p:nvSpPr>
        <p:spPr>
          <a:xfrm>
            <a:off x="450000" y="790000"/>
            <a:ext cx="11292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2800" b="1">
              <a:solidFill>
                <a:srgbClr val="FFFFFF"/>
              </a:solidFill>
            </a:endParaRPr>
          </a:p>
        </p:txBody>
      </p:sp>
      <p:sp>
        <p:nvSpPr>
          <p:cNvPr id="120" name="Body"/>
          <p:cNvSpPr>
            <a:spLocks noGrp="1"/>
          </p:cNvSpPr>
          <p:nvPr>
            <p:ph type="body" idx="1"/>
          </p:nvPr>
        </p:nvSpPr>
        <p:spPr>
          <a:xfrm>
            <a:off x="660000" y="1530000"/>
            <a:ext cx="10932000" cy="481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1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 showMasterSp="0" userDrawn="1">
  <p:cSld name="table_data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deco_br"/>
          <p:cNvSpPr/>
          <p:nvPr/>
        </p:nvSpPr>
        <p:spPr>
          <a:xfrm>
            <a:off x="11792000" y="6458000"/>
            <a:ext cx="600000" cy="600000"/>
          </a:xfrm>
          <a:prstGeom prst="ellipse">
            <a:avLst/>
          </a:prstGeom>
          <a:solidFill>
            <a:srgbClr val="4DB6AC">
              <a:alpha val="12000"/>
            </a:srgbClr>
          </a:solidFill>
          <a:ln>
            <a:noFill/>
          </a:ln>
        </p:spPr>
      </p:sp>
      <p:sp>
        <p:nvSpPr>
          <p:cNvPr id="122" name="card"/>
          <p:cNvSpPr/>
          <p:nvPr/>
        </p:nvSpPr>
        <p:spPr>
          <a:xfrm>
            <a:off x="450000" y="1400000"/>
            <a:ext cx="11292000" cy="5078000"/>
          </a:xfrm>
          <a:prstGeom prst="roundRect">
            <a:avLst>
              <a:gd name="adj" fmla="val 3500"/>
            </a:avLst>
          </a:prstGeom>
          <a:solidFill>
            <a:srgbClr val="2A3A3A"/>
          </a:solidFill>
          <a:ln w="19050">
            <a:solidFill>
              <a:srgbClr val="4DB6AC"/>
            </a:solidFill>
          </a:ln>
        </p:spPr>
      </p:sp>
      <p:sp>
        <p:nvSpPr>
          <p:cNvPr id="123" name="bar_t"/>
          <p:cNvSpPr/>
          <p:nvPr/>
        </p:nvSpPr>
        <p:spPr>
          <a:xfrm>
            <a:off x="450000" y="1400000"/>
            <a:ext cx="11292000" cy="50000"/>
          </a:xfrm>
          <a:prstGeom prst="rect">
            <a:avLst/>
          </a:prstGeom>
          <a:solidFill>
            <a:srgbClr val="4DB6AC"/>
          </a:solidFill>
          <a:ln>
            <a:noFill/>
          </a:ln>
        </p:spPr>
      </p:sp>
      <p:sp>
        <p:nvSpPr>
          <p:cNvPr id="124" name="Tag"/>
          <p:cNvSpPr>
            <a:spLocks noGrp="1"/>
          </p:cNvSpPr>
          <p:nvPr>
            <p:ph type="body" idx="10"/>
          </p:nvPr>
        </p:nvSpPr>
        <p:spPr>
          <a:xfrm>
            <a:off x="450000" y="450000"/>
            <a:ext cx="3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1200" b="1">
              <a:solidFill>
                <a:srgbClr val="4DB6AC"/>
              </a:solidFill>
            </a:endParaRPr>
          </a:p>
        </p:txBody>
      </p:sp>
      <p:sp>
        <p:nvSpPr>
          <p:cNvPr id="125" name="Title"/>
          <p:cNvSpPr>
            <a:spLocks noGrp="1"/>
          </p:cNvSpPr>
          <p:nvPr>
            <p:ph type="title" idx="0"/>
          </p:nvPr>
        </p:nvSpPr>
        <p:spPr>
          <a:xfrm>
            <a:off x="450000" y="790000"/>
            <a:ext cx="11292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28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 userDrawn="1">
  <p:cSld name="two_column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anel_l"/>
          <p:cNvSpPr/>
          <p:nvPr/>
        </p:nvSpPr>
        <p:spPr>
          <a:xfrm>
            <a:off x="450000" y="1400000"/>
            <a:ext cx="5546000" cy="5078000"/>
          </a:xfrm>
          <a:prstGeom prst="roundRect">
            <a:avLst>
              <a:gd name="adj" fmla="val 3500"/>
            </a:avLst>
          </a:prstGeom>
          <a:solidFill>
            <a:srgbClr val="2A3A3A"/>
          </a:solidFill>
          <a:ln w="19050">
            <a:solidFill>
              <a:srgbClr val="4DB6AC"/>
            </a:solidFill>
          </a:ln>
        </p:spPr>
      </p:sp>
      <p:sp>
        <p:nvSpPr>
          <p:cNvPr id="127" name="bar_lt"/>
          <p:cNvSpPr/>
          <p:nvPr/>
        </p:nvSpPr>
        <p:spPr>
          <a:xfrm>
            <a:off x="450000" y="1400000"/>
            <a:ext cx="5546000" cy="50000"/>
          </a:xfrm>
          <a:prstGeom prst="rect">
            <a:avLst/>
          </a:prstGeom>
          <a:solidFill>
            <a:srgbClr val="4DB6AC"/>
          </a:solidFill>
          <a:ln>
            <a:noFill/>
          </a:ln>
        </p:spPr>
      </p:sp>
      <p:sp>
        <p:nvSpPr>
          <p:cNvPr id="128" name="panel_r"/>
          <p:cNvSpPr/>
          <p:nvPr/>
        </p:nvSpPr>
        <p:spPr>
          <a:xfrm>
            <a:off x="6196000" y="1400000"/>
            <a:ext cx="5546000" cy="5078000"/>
          </a:xfrm>
          <a:prstGeom prst="roundRect">
            <a:avLst>
              <a:gd name="adj" fmla="val 3500"/>
            </a:avLst>
          </a:prstGeom>
          <a:solidFill>
            <a:srgbClr val="2A3A3A"/>
          </a:solidFill>
          <a:ln w="19050">
            <a:solidFill>
              <a:srgbClr val="4DB6AC"/>
            </a:solidFill>
          </a:ln>
        </p:spPr>
      </p:sp>
      <p:sp>
        <p:nvSpPr>
          <p:cNvPr id="129" name="bar_rt"/>
          <p:cNvSpPr/>
          <p:nvPr/>
        </p:nvSpPr>
        <p:spPr>
          <a:xfrm>
            <a:off x="6196000" y="1400000"/>
            <a:ext cx="5546000" cy="50000"/>
          </a:xfrm>
          <a:prstGeom prst="rect">
            <a:avLst/>
          </a:prstGeom>
          <a:solidFill>
            <a:srgbClr val="80CBC4"/>
          </a:solidFill>
          <a:ln>
            <a:noFill/>
          </a:ln>
        </p:spPr>
      </p:sp>
      <p:sp>
        <p:nvSpPr>
          <p:cNvPr id="130" name="Tag"/>
          <p:cNvSpPr>
            <a:spLocks noGrp="1"/>
          </p:cNvSpPr>
          <p:nvPr>
            <p:ph type="body" idx="10"/>
          </p:nvPr>
        </p:nvSpPr>
        <p:spPr>
          <a:xfrm>
            <a:off x="450000" y="450000"/>
            <a:ext cx="3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1200" b="1">
              <a:solidFill>
                <a:srgbClr val="4DB6AC"/>
              </a:solidFill>
            </a:endParaRPr>
          </a:p>
        </p:txBody>
      </p:sp>
      <p:sp>
        <p:nvSpPr>
          <p:cNvPr id="131" name="Title"/>
          <p:cNvSpPr>
            <a:spLocks noGrp="1"/>
          </p:cNvSpPr>
          <p:nvPr>
            <p:ph type="title" idx="0"/>
          </p:nvPr>
        </p:nvSpPr>
        <p:spPr>
          <a:xfrm>
            <a:off x="450000" y="790000"/>
            <a:ext cx="11292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2800" b="1">
              <a:solidFill>
                <a:srgbClr val="FFFFFF"/>
              </a:solidFill>
            </a:endParaRPr>
          </a:p>
        </p:txBody>
      </p:sp>
      <p:sp>
        <p:nvSpPr>
          <p:cNvPr id="132" name="Left"/>
          <p:cNvSpPr>
            <a:spLocks noGrp="1"/>
          </p:cNvSpPr>
          <p:nvPr>
            <p:ph type="body" idx="11"/>
          </p:nvPr>
        </p:nvSpPr>
        <p:spPr>
          <a:xfrm>
            <a:off x="550000" y="1500000"/>
            <a:ext cx="5346000" cy="4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2000" b="1">
              <a:solidFill>
                <a:srgbClr val="FFFFFF"/>
              </a:solidFill>
            </a:endParaRPr>
          </a:p>
        </p:txBody>
      </p:sp>
      <p:sp>
        <p:nvSpPr>
          <p:cNvPr id="133" name="Right"/>
          <p:cNvSpPr>
            <a:spLocks noGrp="1"/>
          </p:cNvSpPr>
          <p:nvPr>
            <p:ph type="body" idx="12"/>
          </p:nvPr>
        </p:nvSpPr>
        <p:spPr>
          <a:xfrm>
            <a:off x="6296000" y="1500000"/>
            <a:ext cx="5346000" cy="4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20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 showMasterSp="0" userDrawn="1">
  <p:cSld name="stats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tat_0"/>
          <p:cNvSpPr/>
          <p:nvPr/>
        </p:nvSpPr>
        <p:spPr>
          <a:xfrm>
            <a:off x="450000" y="1400000"/>
            <a:ext cx="2688000" cy="5078000"/>
          </a:xfrm>
          <a:prstGeom prst="roundRect">
            <a:avLst>
              <a:gd name="adj" fmla="val 5000"/>
            </a:avLst>
          </a:prstGeom>
          <a:solidFill>
            <a:srgbClr val="2A3A3A"/>
          </a:solidFill>
          <a:ln w="19050">
            <a:solidFill>
              <a:srgbClr val="4DB6AC"/>
            </a:solidFill>
          </a:ln>
        </p:spPr>
      </p:sp>
      <p:sp>
        <p:nvSpPr>
          <p:cNvPr id="135" name="bar_0"/>
          <p:cNvSpPr/>
          <p:nvPr/>
        </p:nvSpPr>
        <p:spPr>
          <a:xfrm>
            <a:off x="450000" y="1400000"/>
            <a:ext cx="2688000" cy="50000"/>
          </a:xfrm>
          <a:prstGeom prst="rect">
            <a:avLst/>
          </a:prstGeom>
          <a:solidFill>
            <a:srgbClr val="4DB6AC"/>
          </a:solidFill>
          <a:ln>
            <a:noFill/>
          </a:ln>
        </p:spPr>
      </p:sp>
      <p:sp>
        <p:nvSpPr>
          <p:cNvPr id="136" name="stat_1"/>
          <p:cNvSpPr/>
          <p:nvPr/>
        </p:nvSpPr>
        <p:spPr>
          <a:xfrm>
            <a:off x="3318000" y="1400000"/>
            <a:ext cx="2688000" cy="5078000"/>
          </a:xfrm>
          <a:prstGeom prst="roundRect">
            <a:avLst>
              <a:gd name="adj" fmla="val 5000"/>
            </a:avLst>
          </a:prstGeom>
          <a:solidFill>
            <a:srgbClr val="2A3A3A"/>
          </a:solidFill>
          <a:ln w="19050">
            <a:solidFill>
              <a:srgbClr val="4DB6AC"/>
            </a:solidFill>
          </a:ln>
        </p:spPr>
      </p:sp>
      <p:sp>
        <p:nvSpPr>
          <p:cNvPr id="137" name="bar_1"/>
          <p:cNvSpPr/>
          <p:nvPr/>
        </p:nvSpPr>
        <p:spPr>
          <a:xfrm>
            <a:off x="3318000" y="1400000"/>
            <a:ext cx="2688000" cy="50000"/>
          </a:xfrm>
          <a:prstGeom prst="rect">
            <a:avLst/>
          </a:prstGeom>
          <a:solidFill>
            <a:srgbClr val="4DB6AC"/>
          </a:solidFill>
          <a:ln>
            <a:noFill/>
          </a:ln>
        </p:spPr>
      </p:sp>
      <p:sp>
        <p:nvSpPr>
          <p:cNvPr id="138" name="stat_2"/>
          <p:cNvSpPr/>
          <p:nvPr/>
        </p:nvSpPr>
        <p:spPr>
          <a:xfrm>
            <a:off x="6186000" y="1400000"/>
            <a:ext cx="2688000" cy="5078000"/>
          </a:xfrm>
          <a:prstGeom prst="roundRect">
            <a:avLst>
              <a:gd name="adj" fmla="val 5000"/>
            </a:avLst>
          </a:prstGeom>
          <a:solidFill>
            <a:srgbClr val="2A3A3A"/>
          </a:solidFill>
          <a:ln w="19050">
            <a:solidFill>
              <a:srgbClr val="4DB6AC"/>
            </a:solidFill>
          </a:ln>
        </p:spPr>
      </p:sp>
      <p:sp>
        <p:nvSpPr>
          <p:cNvPr id="139" name="bar_2"/>
          <p:cNvSpPr/>
          <p:nvPr/>
        </p:nvSpPr>
        <p:spPr>
          <a:xfrm>
            <a:off x="6186000" y="1400000"/>
            <a:ext cx="2688000" cy="50000"/>
          </a:xfrm>
          <a:prstGeom prst="rect">
            <a:avLst/>
          </a:prstGeom>
          <a:solidFill>
            <a:srgbClr val="4DB6AC"/>
          </a:solidFill>
          <a:ln>
            <a:noFill/>
          </a:ln>
        </p:spPr>
      </p:sp>
      <p:sp>
        <p:nvSpPr>
          <p:cNvPr id="140" name="stat_3"/>
          <p:cNvSpPr/>
          <p:nvPr/>
        </p:nvSpPr>
        <p:spPr>
          <a:xfrm>
            <a:off x="9054000" y="1400000"/>
            <a:ext cx="2688000" cy="5078000"/>
          </a:xfrm>
          <a:prstGeom prst="roundRect">
            <a:avLst>
              <a:gd name="adj" fmla="val 5000"/>
            </a:avLst>
          </a:prstGeom>
          <a:solidFill>
            <a:srgbClr val="2A3A3A"/>
          </a:solidFill>
          <a:ln w="19050">
            <a:solidFill>
              <a:srgbClr val="4DB6AC"/>
            </a:solidFill>
          </a:ln>
        </p:spPr>
      </p:sp>
      <p:sp>
        <p:nvSpPr>
          <p:cNvPr id="141" name="bar_3"/>
          <p:cNvSpPr/>
          <p:nvPr/>
        </p:nvSpPr>
        <p:spPr>
          <a:xfrm>
            <a:off x="9054000" y="1400000"/>
            <a:ext cx="2688000" cy="50000"/>
          </a:xfrm>
          <a:prstGeom prst="rect">
            <a:avLst/>
          </a:prstGeom>
          <a:solidFill>
            <a:srgbClr val="4DB6AC"/>
          </a:solidFill>
          <a:ln>
            <a:noFill/>
          </a:ln>
        </p:spPr>
      </p:sp>
      <p:sp>
        <p:nvSpPr>
          <p:cNvPr id="142" name="Tag"/>
          <p:cNvSpPr>
            <a:spLocks noGrp="1"/>
          </p:cNvSpPr>
          <p:nvPr>
            <p:ph type="body" idx="10"/>
          </p:nvPr>
        </p:nvSpPr>
        <p:spPr>
          <a:xfrm>
            <a:off x="450000" y="450000"/>
            <a:ext cx="3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1200" b="1">
              <a:solidFill>
                <a:srgbClr val="4DB6AC"/>
              </a:solidFill>
            </a:endParaRPr>
          </a:p>
        </p:txBody>
      </p:sp>
      <p:sp>
        <p:nvSpPr>
          <p:cNvPr id="143" name="Title"/>
          <p:cNvSpPr>
            <a:spLocks noGrp="1"/>
          </p:cNvSpPr>
          <p:nvPr>
            <p:ph type="title" idx="0"/>
          </p:nvPr>
        </p:nvSpPr>
        <p:spPr>
          <a:xfrm>
            <a:off x="450000" y="790000"/>
            <a:ext cx="11292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28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 userDrawn="1">
  <p:cSld name="cards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card_0"/>
          <p:cNvSpPr/>
          <p:nvPr/>
        </p:nvSpPr>
        <p:spPr>
          <a:xfrm>
            <a:off x="450000" y="1400000"/>
            <a:ext cx="3630666" cy="5078000"/>
          </a:xfrm>
          <a:prstGeom prst="roundRect">
            <a:avLst>
              <a:gd name="adj" fmla="val 5000"/>
            </a:avLst>
          </a:prstGeom>
          <a:solidFill>
            <a:srgbClr val="2A3A3A"/>
          </a:solidFill>
          <a:ln w="19050">
            <a:solidFill>
              <a:srgbClr val="4DB6AC"/>
            </a:solidFill>
          </a:ln>
        </p:spPr>
      </p:sp>
      <p:sp>
        <p:nvSpPr>
          <p:cNvPr id="145" name="bar_0"/>
          <p:cNvSpPr/>
          <p:nvPr/>
        </p:nvSpPr>
        <p:spPr>
          <a:xfrm>
            <a:off x="450000" y="1400000"/>
            <a:ext cx="3630666" cy="50000"/>
          </a:xfrm>
          <a:prstGeom prst="rect">
            <a:avLst/>
          </a:prstGeom>
          <a:solidFill>
            <a:srgbClr val="4DB6AC"/>
          </a:solidFill>
          <a:ln>
            <a:noFill/>
          </a:ln>
        </p:spPr>
      </p:sp>
      <p:sp>
        <p:nvSpPr>
          <p:cNvPr id="146" name="card_1"/>
          <p:cNvSpPr/>
          <p:nvPr/>
        </p:nvSpPr>
        <p:spPr>
          <a:xfrm>
            <a:off x="4280666" y="1400000"/>
            <a:ext cx="3630666" cy="5078000"/>
          </a:xfrm>
          <a:prstGeom prst="roundRect">
            <a:avLst>
              <a:gd name="adj" fmla="val 5000"/>
            </a:avLst>
          </a:prstGeom>
          <a:solidFill>
            <a:srgbClr val="2A3A3A"/>
          </a:solidFill>
          <a:ln w="19050">
            <a:solidFill>
              <a:srgbClr val="4DB6AC"/>
            </a:solidFill>
          </a:ln>
        </p:spPr>
      </p:sp>
      <p:sp>
        <p:nvSpPr>
          <p:cNvPr id="147" name="bar_1"/>
          <p:cNvSpPr/>
          <p:nvPr/>
        </p:nvSpPr>
        <p:spPr>
          <a:xfrm>
            <a:off x="4280666" y="1400000"/>
            <a:ext cx="3630666" cy="50000"/>
          </a:xfrm>
          <a:prstGeom prst="rect">
            <a:avLst/>
          </a:prstGeom>
          <a:solidFill>
            <a:srgbClr val="4DB6AC"/>
          </a:solidFill>
          <a:ln>
            <a:noFill/>
          </a:ln>
        </p:spPr>
      </p:sp>
      <p:sp>
        <p:nvSpPr>
          <p:cNvPr id="148" name="card_2"/>
          <p:cNvSpPr/>
          <p:nvPr/>
        </p:nvSpPr>
        <p:spPr>
          <a:xfrm>
            <a:off x="8111332" y="1400000"/>
            <a:ext cx="3630666" cy="5078000"/>
          </a:xfrm>
          <a:prstGeom prst="roundRect">
            <a:avLst>
              <a:gd name="adj" fmla="val 5000"/>
            </a:avLst>
          </a:prstGeom>
          <a:solidFill>
            <a:srgbClr val="2A3A3A"/>
          </a:solidFill>
          <a:ln w="19050">
            <a:solidFill>
              <a:srgbClr val="4DB6AC"/>
            </a:solidFill>
          </a:ln>
        </p:spPr>
      </p:sp>
      <p:sp>
        <p:nvSpPr>
          <p:cNvPr id="149" name="bar_2"/>
          <p:cNvSpPr/>
          <p:nvPr/>
        </p:nvSpPr>
        <p:spPr>
          <a:xfrm>
            <a:off x="8111332" y="1400000"/>
            <a:ext cx="3630666" cy="50000"/>
          </a:xfrm>
          <a:prstGeom prst="rect">
            <a:avLst/>
          </a:prstGeom>
          <a:solidFill>
            <a:srgbClr val="4DB6AC"/>
          </a:solidFill>
          <a:ln>
            <a:noFill/>
          </a:ln>
        </p:spPr>
      </p:sp>
      <p:sp>
        <p:nvSpPr>
          <p:cNvPr id="150" name="Tag"/>
          <p:cNvSpPr>
            <a:spLocks noGrp="1"/>
          </p:cNvSpPr>
          <p:nvPr>
            <p:ph type="body" idx="10"/>
          </p:nvPr>
        </p:nvSpPr>
        <p:spPr>
          <a:xfrm>
            <a:off x="450000" y="450000"/>
            <a:ext cx="3000000" cy="2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1200" b="1">
              <a:solidFill>
                <a:srgbClr val="4DB6AC"/>
              </a:solidFill>
            </a:endParaRPr>
          </a:p>
        </p:txBody>
      </p:sp>
      <p:sp>
        <p:nvSpPr>
          <p:cNvPr id="151" name="Title"/>
          <p:cNvSpPr>
            <a:spLocks noGrp="1"/>
          </p:cNvSpPr>
          <p:nvPr>
            <p:ph type="title" idx="0"/>
          </p:nvPr>
        </p:nvSpPr>
        <p:spPr>
          <a:xfrm>
            <a:off x="450000" y="790000"/>
            <a:ext cx="11292000" cy="48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l">
              <a:buNone/>
            </a:pPr>
            <a:endParaRPr lang="zh-CN" altLang="en-US" dirty="0" sz="2800" b="1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 userDrawn="1">
  <p:cSld name="closing">
    <p:bg>
      <p:bgPr>
        <a:solidFill>
          <a:srgbClr val="1A1D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bar_b"/>
          <p:cNvSpPr/>
          <p:nvPr/>
        </p:nvSpPr>
        <p:spPr>
          <a:xfrm>
            <a:off x="0" y="6788000"/>
            <a:ext cx="12192000" cy="70000"/>
          </a:xfrm>
          <a:prstGeom prst="rect">
            <a:avLst/>
          </a:prstGeom>
          <a:solidFill>
            <a:srgbClr val="4DB6AC"/>
          </a:solidFill>
          <a:ln>
            <a:noFill/>
          </a:ln>
        </p:spPr>
      </p:sp>
      <p:sp>
        <p:nvSpPr>
          <p:cNvPr id="153" name="line"/>
          <p:cNvSpPr/>
          <p:nvPr/>
        </p:nvSpPr>
        <p:spPr>
          <a:xfrm>
            <a:off x="4896000" y="2400000"/>
            <a:ext cx="2400000" cy="50000"/>
          </a:xfrm>
          <a:prstGeom prst="rect">
            <a:avLst/>
          </a:prstGeom>
          <a:solidFill>
            <a:srgbClr val="4DB6AC"/>
          </a:solidFill>
          <a:ln>
            <a:noFill/>
          </a:ln>
        </p:spPr>
      </p:sp>
      <p:sp>
        <p:nvSpPr>
          <p:cNvPr id="154" name="deco_tl"/>
          <p:cNvSpPr/>
          <p:nvPr/>
        </p:nvSpPr>
        <p:spPr>
          <a:xfrm>
            <a:off x="-400000" y="-400000"/>
            <a:ext cx="1000000" cy="1000000"/>
          </a:xfrm>
          <a:prstGeom prst="ellipse">
            <a:avLst/>
          </a:prstGeom>
          <a:solidFill>
            <a:srgbClr val="4DB6AC">
              <a:alpha val="12000"/>
            </a:srgbClr>
          </a:solidFill>
          <a:ln>
            <a:noFill/>
          </a:ln>
        </p:spPr>
      </p:sp>
      <p:sp>
        <p:nvSpPr>
          <p:cNvPr id="155" name="deco_br"/>
          <p:cNvSpPr/>
          <p:nvPr/>
        </p:nvSpPr>
        <p:spPr>
          <a:xfrm>
            <a:off x="11692000" y="6358000"/>
            <a:ext cx="800000" cy="800000"/>
          </a:xfrm>
          <a:prstGeom prst="ellipse">
            <a:avLst/>
          </a:prstGeom>
          <a:solidFill>
            <a:srgbClr val="4DB6AC">
              <a:alpha val="12000"/>
            </a:srgbClr>
          </a:solidFill>
          <a:ln>
            <a:noFill/>
          </a:ln>
        </p:spPr>
      </p:sp>
      <p:sp>
        <p:nvSpPr>
          <p:cNvPr id="156" name="Title"/>
          <p:cNvSpPr>
            <a:spLocks noGrp="1"/>
          </p:cNvSpPr>
          <p:nvPr>
            <p:ph type="ctrTitle" idx="0"/>
          </p:nvPr>
        </p:nvSpPr>
        <p:spPr>
          <a:xfrm>
            <a:off x="750000" y="2700000"/>
            <a:ext cx="10692000" cy="12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endParaRPr lang="zh-CN" altLang="en-US" dirty="0" sz="4400" b="1">
              <a:solidFill>
                <a:srgbClr val="FFFFFF"/>
              </a:solidFill>
            </a:endParaRPr>
          </a:p>
        </p:txBody>
      </p:sp>
      <p:sp>
        <p:nvSpPr>
          <p:cNvPr id="157" name="Subtitle"/>
          <p:cNvSpPr>
            <a:spLocks noGrp="1"/>
          </p:cNvSpPr>
          <p:nvPr>
            <p:ph type="subTitle" idx="1"/>
          </p:nvPr>
        </p:nvSpPr>
        <p:spPr>
          <a:xfrm>
            <a:off x="750000" y="4000000"/>
            <a:ext cx="10692000" cy="600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/>
          <a:lstStyle/>
          <a:p>
            <a:pPr algn="ctr">
              <a:buNone/>
            </a:pPr>
            <a:endParaRPr lang="zh-CN" altLang="en-US" dirty="0" sz="2000">
              <a:solidFill>
                <a:srgbClr val="B0BEC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